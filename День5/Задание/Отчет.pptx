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2592B-A481-4C78-9224-C5C4F1E7FE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94D994-C62F-40A3-B587-220688F6E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4D2E6F-CB35-4C51-869E-CBE287BFA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DB4C0-F1A6-4786-BC8C-E35634C22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CA7DC4-F1FA-49AE-8657-00BE0F479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0005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DED8D-6036-465C-A4F6-20E1105D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E5FBD2-4629-4DD9-8A47-BD9D775F5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01118A-0878-49AF-A93F-B8914A836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89A19F-BCDE-4933-AD21-F16CB6617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9CF843-3934-4A1C-8B4F-55D4BDA2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72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8352A-CFB1-4B12-8C6C-FE0E0C1F4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68A0F0-AC24-441B-89C7-D69CE5F94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524F72-F372-4D02-9C05-7FCF2BC2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AA2A54-1186-476F-A8F6-FDB001BD2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9367C2-D1A1-4775-B1E0-3F9286C4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103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54F433-7916-40CD-BC77-BA9207E80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EE8B7F-A261-41F7-B6AB-E4594FD12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B65C0A-1313-4BE9-8FF1-D0888918F6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4F77DD0-420A-4D92-9DE3-ADA59CD3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93A852-CAF8-4A84-8294-69D8A055D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45FC5A-EE12-45E6-8E9E-67A13B13A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44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B5D59F-BE8B-435A-AE9C-0AE3E1DD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6378B0-C1EA-4302-8F08-EB427754F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FB61D7A-EBD3-4711-8B85-6B8F4BD52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12D9CDA-7018-4CB6-9507-6C72D7CCE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6D37DC-0F5C-40D9-A67C-582A7F9B0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2D06FB-C74E-49D6-81E0-4DA054102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4259721-A143-4AA0-86D1-C3A4F020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EFF199-59B9-48EB-949E-959D3F5B9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322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C5E4A-2E5E-450F-AFD6-9084199F4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1893F8A-4109-4086-810C-04986090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8CAD9D-7474-4859-A683-9A639C8B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6DEF0BC-1D28-48D4-8305-540091F1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52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B8500A-00DC-4612-BB32-537EA05A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994B158-615A-423C-9DBD-A38AED99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D19C5F-38A2-48BB-B0AE-7A80A06D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82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FD6B4-51E9-422D-B212-38811D24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356424-24C2-4876-AE27-0D318E159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8E27626-4D7E-46DA-A770-6D3361BBC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ADB965-3A8B-4BDC-8F62-C2A5ADCD3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FF37F3-83D4-4E6B-B2B3-BFCD25B8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F6795F-72E1-4A07-B651-A7EB8EAF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54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74C78-3CA5-49AE-ABB9-B8CA1010D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904239-B676-4C88-B130-17073E7C69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02F720-31C3-4807-AA18-B9C036189D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8CB0D50-89AD-4C3B-BC79-632EC823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E4D485-8B08-4E02-8F09-FE3D021E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529D34-233D-4E1C-AC34-8019B98F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428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E16DA-6F37-4843-B58C-774170838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3B5ED7-421C-48D3-9A0F-769A053EE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4A1659-58E3-4129-A658-E5AA457A5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DAF775-7A36-4E39-A37C-06CE6CC9A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E1E7A6-D90A-4E38-B534-2A0B39FA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683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9C3BF6-0DBB-43F4-96B8-3CB9450A7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AC0CCF-3BCB-4404-AE9B-02E6A431C1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D253E9-403A-4530-ABB1-554ABFE97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CB68D7-98B3-49FB-AA55-129820D4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10A073-1E3C-476D-8E22-F7E7B769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14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9C089-C51B-430A-8363-130B43A01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539006-BEF9-412D-9118-E7EF57606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E44A14-BB5B-42B5-8054-61E2D3519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493FC-5664-45F0-B861-40B3BAF43BBD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7BCD7B-E235-4631-9305-0E97D67F5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5DCFCC-2860-4B44-8259-612FAE4FC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2E1A3-0576-4CC2-8F06-8082237884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1840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26ABA3B-F93A-45D7-82D3-BE45394B9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348" y="0"/>
            <a:ext cx="1081644" cy="116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E50FEA-137C-4682-9F61-DECEDA88E02C}"/>
              </a:ext>
            </a:extLst>
          </p:cNvPr>
          <p:cNvSpPr txBox="1"/>
          <p:nvPr/>
        </p:nvSpPr>
        <p:spPr>
          <a:xfrm>
            <a:off x="4286992" y="228600"/>
            <a:ext cx="60979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Слободской колледж педагогики</a:t>
            </a:r>
          </a:p>
          <a:p>
            <a:r>
              <a:rPr lang="ru-RU" dirty="0"/>
              <a:t>и социальных отношений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38BC57E-E9DB-4DA0-8B42-6A70705A9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9393" y="3860793"/>
            <a:ext cx="394260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Студент: Мищенко Виктор Сергеевич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Группа: 23П-2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Специальность: 09.02.07 Информационные системы и программирование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Руководитель: Калинин Арсений Олегович 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F4C5E79-86BA-4BAD-BA39-E65B35EC5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2774" y="1697891"/>
            <a:ext cx="738645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ХРАНИТЕЛЬПРО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Система контроля физического доступа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на объекты критической информационной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инфраструктуры (КИИ)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ОТЧЕТ ПО ПРАКТИКЕ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C090C666-F7E6-4D2E-A9AA-A7ABB2B8F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5321" y="6352401"/>
            <a:ext cx="127066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solidFill>
                  <a:srgbClr val="0F1115"/>
                </a:solidFill>
                <a:latin typeface="Menlo"/>
              </a:rPr>
              <a:t>2026 г.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680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0DD0E5-A7E2-4D7C-9C9C-A9CBB84F9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 ЦЕЛЬ И ЗАДАЧИ</a:t>
            </a:r>
            <a:br>
              <a:rPr lang="ru-RU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70EF1F-3F4B-4EA8-872D-58A41CDE9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72041"/>
            <a:ext cx="9018319" cy="431391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ЦЕЛЬ:</a:t>
            </a:r>
          </a:p>
          <a:p>
            <a:r>
              <a:rPr lang="ru-RU" dirty="0"/>
              <a:t>Разработка системы контроля физического доступа "ХранительПРО" для объектов КИИ</a:t>
            </a:r>
          </a:p>
          <a:p>
            <a:endParaRPr lang="ru-RU" dirty="0"/>
          </a:p>
          <a:p>
            <a:r>
              <a:rPr lang="ru-RU" dirty="0"/>
              <a:t>ЗАДАЧИ:</a:t>
            </a:r>
          </a:p>
          <a:p>
            <a:r>
              <a:rPr lang="ru-RU" dirty="0"/>
              <a:t>1. Проектирование и создание базы данных </a:t>
            </a:r>
            <a:r>
              <a:rPr lang="ru-RU" dirty="0" err="1"/>
              <a:t>PostgreSQL</a:t>
            </a:r>
            <a:endParaRPr lang="ru-RU" dirty="0"/>
          </a:p>
          <a:p>
            <a:r>
              <a:rPr lang="ru-RU" dirty="0"/>
              <a:t>2. Разработка приложения для посетителей</a:t>
            </a:r>
          </a:p>
          <a:p>
            <a:r>
              <a:rPr lang="ru-RU" dirty="0"/>
              <a:t>3. Разработка терминала сотрудника общего отдела</a:t>
            </a:r>
          </a:p>
          <a:p>
            <a:r>
              <a:rPr lang="ru-RU" dirty="0"/>
              <a:t>4. Разработка терминала сотрудника охраны</a:t>
            </a:r>
          </a:p>
          <a:p>
            <a:r>
              <a:rPr lang="ru-RU" dirty="0"/>
              <a:t>5. Разработка терминала сотрудника подразделения</a:t>
            </a:r>
          </a:p>
          <a:p>
            <a:r>
              <a:rPr lang="ru-RU" dirty="0"/>
              <a:t>6. Создание отчетов и документации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8E77E47-D80E-4361-AF87-365A57975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266" y="1986859"/>
            <a:ext cx="4283607" cy="330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47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9CA5A-03FA-418E-A8CC-1CCFFF16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АРХИТЕКТУРА СИСТЕМЫ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7D6301B-FC6A-4562-B002-FA773E44B2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25978"/>
            <a:ext cx="10094000" cy="4974675"/>
          </a:xfrm>
        </p:spPr>
      </p:pic>
    </p:spTree>
    <p:extLst>
      <p:ext uri="{BB962C8B-B14F-4D97-AF65-F5344CB8AC3E}">
        <p14:creationId xmlns:p14="http://schemas.microsoft.com/office/powerpoint/2010/main" val="3383982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5D7300-99D6-4A6B-B7D2-15216721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СХЕМА БАЗЫ ДАННЫХ</a:t>
            </a:r>
            <a:endParaRPr lang="ru-RU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5ACCAF7D-7700-4DF9-9522-E8188A7AD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624" y="1453180"/>
            <a:ext cx="7882751" cy="5292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762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A59BC6-0F30-4D6A-9017-023D651F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ПРИЛОЖЕНИЕ ДЛЯ ПОСЕТИТЕЛЯ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E20A9C8-9DC9-40BB-BBC8-38E89F24F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4458" y="1540616"/>
            <a:ext cx="6643083" cy="4759111"/>
          </a:xfrm>
        </p:spPr>
      </p:pic>
    </p:spTree>
    <p:extLst>
      <p:ext uri="{BB962C8B-B14F-4D97-AF65-F5344CB8AC3E}">
        <p14:creationId xmlns:p14="http://schemas.microsoft.com/office/powerpoint/2010/main" val="299803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178C2-C4FA-4C64-98BD-79DB67CE7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ТЕРМИНАЛ ОБЩЕГО ОТДЕЛА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512CCDB-D28F-4AF2-AC08-14EBC273D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1522" y="1690688"/>
            <a:ext cx="7643060" cy="4983244"/>
          </a:xfrm>
        </p:spPr>
      </p:pic>
    </p:spTree>
    <p:extLst>
      <p:ext uri="{BB962C8B-B14F-4D97-AF65-F5344CB8AC3E}">
        <p14:creationId xmlns:p14="http://schemas.microsoft.com/office/powerpoint/2010/main" val="2395361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DA2BF-4A4F-445C-91F6-94C77C50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ТЕРМИНАЛ ОХРАНЫ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AE4A5DF-312B-4893-8484-F6C5BDC159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5761" y="1690688"/>
            <a:ext cx="8060478" cy="5125984"/>
          </a:xfrm>
        </p:spPr>
      </p:pic>
    </p:spTree>
    <p:extLst>
      <p:ext uri="{BB962C8B-B14F-4D97-AF65-F5344CB8AC3E}">
        <p14:creationId xmlns:p14="http://schemas.microsoft.com/office/powerpoint/2010/main" val="311505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B78E2-395A-4849-8830-6737E7B0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ТЕРМИНАЛ ПОДРАЗДЕЛЕНИЯ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68ABA172-B822-458A-8665-F78EFBC185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9380" y="1690688"/>
            <a:ext cx="7833239" cy="5071882"/>
          </a:xfrm>
        </p:spPr>
      </p:pic>
    </p:spTree>
    <p:extLst>
      <p:ext uri="{BB962C8B-B14F-4D97-AF65-F5344CB8AC3E}">
        <p14:creationId xmlns:p14="http://schemas.microsoft.com/office/powerpoint/2010/main" val="2439728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CCE3D-A93E-480B-A924-7220E260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БАЗА ДАННЫХ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BBED554-665F-4247-8678-16ACC7B2DB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935" y="1588118"/>
            <a:ext cx="5425225" cy="435133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C56A82A-7F6E-4A7A-8E2B-BD45D4B23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043" y="1690688"/>
            <a:ext cx="6677957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43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BCCE3D-A93E-480B-A924-7220E260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ОТЧЕТЫ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D9A8C0-5276-4258-89A5-600F9F47C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1800" dirty="0"/>
              <a:t> СТАТИСТИКА ПОСЕЩЕНИЙ</a:t>
            </a:r>
          </a:p>
          <a:p>
            <a:r>
              <a:rPr lang="ru-RU" sz="1800" dirty="0"/>
              <a:t>   • Количество посещений в ДЕНЬ / МЕСЯЦ / ГОД</a:t>
            </a:r>
          </a:p>
          <a:p>
            <a:r>
              <a:rPr lang="ru-RU" sz="1800" dirty="0"/>
              <a:t>   • Группировка по подразделениям</a:t>
            </a:r>
          </a:p>
          <a:p>
            <a:endParaRPr lang="ru-RU" sz="1800" dirty="0"/>
          </a:p>
          <a:p>
            <a:r>
              <a:rPr lang="ru-RU" sz="1800" dirty="0"/>
              <a:t> АВТОМАТИЧЕСКИЕ ОТЧЕТЫ (каждые 3 часа)</a:t>
            </a:r>
          </a:p>
          <a:p>
            <a:r>
              <a:rPr lang="ru-RU" sz="1800" dirty="0"/>
              <a:t>   • Отчет о количестве посетителей по подразделениям</a:t>
            </a:r>
          </a:p>
          <a:p>
            <a:r>
              <a:rPr lang="ru-RU" sz="1800" dirty="0"/>
              <a:t>   • Сохранение в папку "Отчеты ТБ" в Документах</a:t>
            </a:r>
          </a:p>
          <a:p>
            <a:r>
              <a:rPr lang="ru-RU" sz="1800" dirty="0"/>
              <a:t>   • Формат: CSV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B0A912-DE97-4F60-B829-CB15286F5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882" y="1798906"/>
            <a:ext cx="5338995" cy="276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72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C9BA-CAB0-4ABB-8325-6DD46B7FA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0F1115"/>
                </a:solidFill>
                <a:effectLst/>
                <a:latin typeface="quote-cjk-patch"/>
              </a:rPr>
              <a:t>ЗАКЛЮЧЕНИЕ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6A4DD1-0A7E-43D6-9D8B-E581F0737B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7324" y="1981516"/>
            <a:ext cx="10817352" cy="37545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0153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ЗАКЛЮЧЕНИЕ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 ходе прохождения учебной практики мною была полностью разработана система контроля физического доступа 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«ХранительПРО»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для объектов критической информационной инфраструктуры (КИИ) в соответствии с требованиями 187-ФЗ «О безопасности КИИ Российской Федерации».</a:t>
            </a: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Результаты практики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 результате выполнения работы были достигнуты следующие результаты: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Спроектирована и реализована база данных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в СУБД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PostgreSQL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состоящая из 7 взаимосвязанных таблиц: 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Разработано 4 настольных приложения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на платформе WPF (.NET 10.0):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Реализован полный функционал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Созданы объекты базы данных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Реализована система отчетов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Подготовлена полная документация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Чему научился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 время прохождения практики я освоил и закрепил следующие навыки: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Проектирование баз данных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Работа с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PostgreSQL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Разработка приложений WPF на C#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Подключение к базе данных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Работа с системой контроля версий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Git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Оформление технической документации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3013589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308</Words>
  <Application>Microsoft Office PowerPoint</Application>
  <PresentationFormat>Широкоэкранный</PresentationFormat>
  <Paragraphs>59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Menlo</vt:lpstr>
      <vt:lpstr>quote-cjk-patch</vt:lpstr>
      <vt:lpstr>Тема Office</vt:lpstr>
      <vt:lpstr>Презентация PowerPoint</vt:lpstr>
      <vt:lpstr> ЦЕЛЬ И ЗАДАЧИ </vt:lpstr>
      <vt:lpstr>АРХИТЕКТУРА СИСТЕМЫ</vt:lpstr>
      <vt:lpstr>СХЕМА БАЗЫ ДАННЫХ</vt:lpstr>
      <vt:lpstr>ПРИЛОЖЕНИЕ ДЛЯ ПОСЕТИТЕЛЯ</vt:lpstr>
      <vt:lpstr>ТЕРМИНАЛ ОБЩЕГО ОТДЕЛА</vt:lpstr>
      <vt:lpstr>ТЕРМИНАЛ ОХРАНЫ</vt:lpstr>
      <vt:lpstr>ТЕРМИНАЛ ПОДРАЗДЕЛЕНИЯ</vt:lpstr>
      <vt:lpstr>БАЗА ДАННЫХ</vt:lpstr>
      <vt:lpstr>ОТЧЕТЫ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DeepSeek Chma</dc:creator>
  <cp:lastModifiedBy>DeepSeek Chma</cp:lastModifiedBy>
  <cp:revision>5</cp:revision>
  <dcterms:created xsi:type="dcterms:W3CDTF">2026-04-21T05:43:31Z</dcterms:created>
  <dcterms:modified xsi:type="dcterms:W3CDTF">2026-04-21T06:15:05Z</dcterms:modified>
</cp:coreProperties>
</file>